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[OPEN-001] Facilitator notes
Timing: 2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[OPEN-002] Facilitator notes
Timing: 3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[OPEN-003] Facilitator notes
Timing: 3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[OPEN-004] Facilitator notes
Timing: 4 minutes.
Sources: E07 - The IDE quickstart requires a plan, extension, and authenticated 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[MBOUND-001] Facilitator notes
Timing: 4 minutes.
Sources: E01 - Business is the centrally managed organization plan. E02 - Enterprise requires GitHub Enterprise Cloud and includes Business features. E03 - Published plan prices and AI-credit allowances are dated commercial facts. E05 - Copilot is not currently available for GitHub Enterprise Server.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[MBOUND-002] Facilitator notes
Timing: 5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[RESP-001] Facilitator notes
Timing: 5 minutes.
Sources: E41 - Responsible use requires understanding purpose, capability, and limitations. E42 - Agentic output can be incorrect or insecure and requires review and testing.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[RESP-002] Facilitator notes
Timing: 6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[FLOW-001] Facilitator notes
Timing: 5 minutes.
Sources: E08 - Agent mode can choose files, make edits, and run commands subject to approval. E09 - The cloud agent works asynchronously and delivers pull-request evidence.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[FLOW-002] Facilitator notes
Timing: 5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[FLOW-003] Facilitator notes
Timing: 5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[FLOW-004] Facilitator notes
Timing: 5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[FLOW-005] Facilitator notes
Timing: 6 minutes.
Sources: E08 - Agent mode can choose files, make edits, and run commands subject to approval. E42 - Agentic output can be incorrect or insecure and requires review and testing.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[FLOW-006] Facilitator notes
Timing: 6 minutes.
Sources: E09 - The cloud agent works asynchronously and delivers pull-request evidence. E10 - Cloud-agent repository, branch, pull-request, and duration limits are dated facts. E11 - Cloud-agent output requires human review and constrained permissions.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[FLOW-007] Facilitator notes
Timing: 5 minutes.
Sources: E11 - Cloud-agent output requires human review and constrained permissions. E42 - Agentic output can be incorrect or insecure and requires review and testing.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[CUSTOM-001] Facilitator notes
Timing: 6 minutes.
Sources: E16 - Customization mechanisms have distinct triggers and locations. E17 - Agent skills are folders loaded on demand and follow an open standard. E18 - MCP connects Copilot to external context and tools across supported surfaces.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[CUSTOM-002] Facilitator notes
Timing: 5 minutes.
Sources: E16 - Customization mechanisms have distinct triggers and locations.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[CUSTOM-003] Facilitator notes
Timing: 5 minutes.
Sources: E16 - Customization mechanisms have distinct triggers and locations. E17 - Agent skills are folders loaded on demand and follow an open standard.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[CUSTOM-004] Facilitator notes
Timing: 6 minutes.
Sources: E18 - MCP connects Copilot to external context and tools across supported surfaces. E19 - Managed MCP policy defaults and subscription boundaries are volatile.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[CUSTOM-005] Facilitator notes
Timing: 5 minutes.
Sources: E12 - Model availability depends on plan and client and changes over time. E13 - Automatic model selection is dynamic and considers service conditions. E14 - Chat model selection does not control inline-suggestion models. E15 - Organization policy governs model switching and bring-your-own-key use.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[ADOPT-001] Facilitator notes
Timing: 6 minutes.
Sources: E19 - Managed MCP policy defaults and subscription boundaries are volatile. E20 - Seat management, not usage metrics, is the license source of truth. E30 - Preview features can change or be discontinued. E36 - Seat billing begins when access is granted and mid-cycle grants are prorated. E37 - Organizations support multiple documented seat-assignment workflows. E38 - Enterprise policy spans agents, models, billing, privacy, features, and MCP. E40 - AI-credit conversion and paid usage are token-, model-, and policy-sensitive.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[ADOPT-002] Facilitator notes
Timing: 6 minutes.
Sources: E23 - Content exclusion is not supported in every editor mode. E39 - Content exclusion has mode, semantic, symlink, and remote-filesystem limitations.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[ADOPT-003] Facilitator notes
Timing: 6 minutes.
Sources: E20 - Seat management, not usage metrics, is the license source of truth. E21 - Usage metrics cover some Copilot surfaces and exclude others. E22 - Usage metrics can lag and require careful organization attribution. E31 - Metrics accuracy can depend on current IDE and extension versions.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[LAB-00] Facilitator notes
Timing: 15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[LAB-01] Facilitator notes
Timing: 20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[LAB-02] Facilitator notes
Timing: 20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[LAB-03] Facilitator notes
Timing: 25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[LAB-04] Facilitator notes
Timing: 25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[LAB-05] Facilitator notes
Timing: 25 minutes.
Sources: E24 - GitHub does not own customer inputs or outputs under the cited terms. E25 - GitHub-direct volume terms limit model training absent documented instruction. E26 - Retention is service-specific; no exact duration is asserted.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[LAB-06] Facilitator notes
Timing: 30 minutes.
Sources: E08 - Agent mode can choose files, make edits, and run commands subject to approval. E42 - Agentic output can be incorrect or insecure and requires review and testing.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[LAB-07] Facilitator notes
Timing: 30 minutes.
Sources: E09 - The cloud agent works asynchronously and delivers pull-request evidence. E11 - Cloud-agent output requires human review and constrained permissions. E22 - Usage metrics can lag and require careful organization attribution.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[LAB-CAP] Facilitator notes
Timing: 35 minutes.
Sources: No external product claim on this slide.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https://devopsabcs-engineering.github.io/github-copilot-business-labs/lab/en/#lab-cap.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[APPX-001] Facilitator notes
Timing: 3 minutes.
Sources: E03 - Published plan prices and AI-credit allowances are dated commercial facts. E04 - Overage pricing and unlimited paid-plan completions are dated billing facts. E40 - AI-credit conversion and paid usage are token-, model-, and policy-sensitive.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[APPX-002] Facilitator notes
Timing: 3 minutes.
Sources: E06 - Feature support varies by IDE and the published matrix is preview. E10 - Cloud-agent repository, branch, pull-request, and duration limits are dated facts. E12 - Model availability depends on plan and client and changes over time. E26 - Retention is service-specific; no exact duration is asserted. E30 - Preview features can change or be discontinued. E32 - Model catalogs and retirement schedules change rapidly.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[APPX-003] Facilitator notes
Timing: 3 minutes.
Sources: E20 - Seat management, not usage metrics, is the license source of truth. E21 - Usage metrics cover some Copilot surfaces and exclude others. E22 - Usage metrics can lag and require careful organization attribution. E26 - Retention is service-specific; no exact duration is asserted. E31 - Metrics accuracy can depend on current IDE and extension versions.
Transition: Connect this concept to the next workflow and ask for one concrete example.
Live-demo prerequisites: Current client, authenticated licensed account, permitted policy, and fictitious repository data.
Fallback: If the live product surface is unavailable, use the visual on this slide and the repository lab walkthrough.
Expected learner action: Ask learners to state the decision, evidence, or boundary they will carry forward.
Recovery: Pause, restate the boundary, and return to the last verified source or passing check.
Link: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0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0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1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1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3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5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0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1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3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4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5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0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en/#lab-cap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copilot/get-started/plan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copilot/reference/copilot-feature-matrix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copilo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· EVIDENCE · RESPONSIBILITY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128016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Copilot Business fundamentals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governance-aware path from assistance to accountable delivery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096512"/>
            <a:ext cx="7132320" cy="0"/>
          </a:xfrm>
          <a:prstGeom prst="line">
            <a:avLst/>
          </a:prstGeom>
          <a:noFill/>
          <a:ln w="508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7083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release 1.0.0 | 2026-10-14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OPEN-001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Audience, agenda, and learning rhythm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Developers, technical leads, administrators, security partners, and adoption owners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a durable concept, practise it in the repository, then capture evidence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about 3 hours plus optional cloud-agent time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OPEN-002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 outcomes, one evidence trail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the managed boundary and select verifiable context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completion, chat, edit, and agent workflows deliberately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responsibly, customize with least privilege, and measure adoption carefully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OPEN-003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3/35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 the learning environment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current VS Code client, the Copilot extension, and the licensed GitHub account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this repository and install dependencies before the session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fictitious data only; the grant prototype remains local and unofficial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OPEN-004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4/35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context: capability follows managed access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centers organization access, policy, and reporting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requires GitHub Enterprise Cloud and includes Business capabilities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is not currently available for GitHub Enterprise Server; recheck before delivery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E01, E02, E03, E05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MBOUND-001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5/35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managed trust boundary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seat, organization policy, approved surfaces, and repository permission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smallest useful file and tool scope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secrets, credentials, and real applicant data outside prompts and history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MBOUND-002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6/35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Treat every output as a hypothesis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correctness, security, licensing, privacy, accessibility, and organizational standards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evidence, inspect the source, and run the narrowest useful validation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remains at commands, workflows, merges, and deployment boundaries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E41, E42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RESP-001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7/35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for a verifiable result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name the observable change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point to exact files, symbols, constraints, and examples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request tests, diagnostics, diffs, and stated uncertainty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RESP-002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8/35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least autonomous useful mode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for local continuation; chat for explanation and options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for scoped changes; agent mode for iterative multi-step work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agent for bounded asynchronous work reviewed through a pull request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4505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62288" y="280720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017520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1638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62288" y="352044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3730752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3877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62288" y="423367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598664" y="4443984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45902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E08, E09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9/35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Completions: keep the acceptance decision local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intent in nearby code, types, tests, and names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only the useful portion and reject plausible-looking drift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focused test before expanding the change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10/35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Chat: explain, compare, then verify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smallest code surface that can answer the question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assumptions, alternatives, and a falsifiable check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response with code, documentation, and runtime evidence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11/35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 workflow: scope before applying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files that may change and behavior that must remain stable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each hunk; do not accept unrelated cleanup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or test the touched slice immediately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12/35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mode: grant tools one boundary at a time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outcome, constraints, and stop conditions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proposed commands and watch for scope expansion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 clean diff and executable evidence before completion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E08, E42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13/35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delegation: define a reviewable task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bounded backlog work with acceptance criteria and repository context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of 2026-10-14, each task is limited to one repository, branch, pull request, and 59-minute session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let asynchronous execution bypass required review or deployment gates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E09, E10, E11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14/35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loop: evidence before merge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task framing, session log, commits, and full diff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tests and security checks independently of the agent summary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human judgment that accepted, corrected, or rejected the work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E11, E42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15/35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Customization is a layered contract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 set automatic standards; prompt files package repeatable requests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agents specialize tools and context; skills load relevant procedures on demand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Hooks run deterministic lifecycle commands; MCP connects approved external capabilities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E16, E17, E18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16/35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Instructions and prompt files make intent reviewable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organization-independent standards close to the repository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path-specific instructions only where their scope is clear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prompts with inputs, output shape, validation, and stop conditions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17/35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 and hooks separate judgment from determinism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skill for reusable context, process, scripts, and resources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hook when a command must run predictably at a lifecycle event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both as executable supply-chain inputs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E16, E17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18/35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MCP: useful reach requires least privilege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servers, tools, data sources, and authentication paths explicitly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MCP policy scope and defaults depend on how Business or Enterprise access is provided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returned content and tool instructions as untrusted until reviewed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E18, E19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19/35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choice: fit, policy, cost, then validation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is dynamic selection, not a fixed model alias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models still depend on plan, policy, client, rollout, and provider-specific terms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permission governs model switching and bring-your-own-key use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E12, E13, E14, E15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20/35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Administration sets the usable boundary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begins when access is granted; mid-cycle grants are prorated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workflows and enterprise policy scope vary by plan, access source, and delegated control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 agents, models, AI-credit budgets, privacy, features, and MCP without assuming uniform defaults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E19, E20, E30, E36, E37, E38, E40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ADOPT-001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21/35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exclusion is a partial control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varies by feature and client; editor Edit and Agent modes have limitations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 semantics can still be exposed indirectly by allowed content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access control, secret management, scanning, and developer judgment in place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E23, E39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ADOPT-002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22/35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guide questions, not causal claims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includes selected IDE, CLI, and agent activity, not every Copilot surface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two full UTC days and verify organization attribution and current client telemetry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2026-10-06 incident confirms that affected historical agent activity cannot be backfilled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E20, E21, E22, E31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ADOPT-003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23/35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00 | Establish the managed trust boundary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local-only data boundary and permanent safety notice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focused bilingual foundation tests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state safe context and prohibited data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24/35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01 | Give Copilot verifiable repository context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exact files and ask for a source-grounded explanation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observed facts from assumptions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every material statement has a code or documentation anchor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25/35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02 | Use completion and chat for focused tests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nearby types and tests to shape a bounded suggestion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chat guidance with the real implementation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focused tests pass and unsupported changes are rejected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26/35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03 | Plan and validate a small refactoring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invariants and allowed files before editing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plan and each applied hunk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behavior remains stable under focused validation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27/35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04 | Generate an accessible browser test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keyboard, semantic, and narrow-viewport evidence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selectors for user-facing meaning rather than implementation detail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the test fails for the intended defect and passes after correction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28/35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05 | Review privacy and local file behaviour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PDF selection and IndexedDB behavior without real applicant 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overbroad claims about exclusion or retention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privacy statements match code and current first-party terms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E24, E25, E26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29/35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06 | Use agent mode with explicit guardrails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file, command, and stop boundaries before execution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tools incrementally and inspect every change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evidence is complete without scope expansion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E08, E42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30/35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07 | Delegate, review, and measure responsibly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mock walkthrough when cloud agent access is unavailable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task framing, session evidence, pull-request changes, and checks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propose one enablement action and one guardrail from the evidence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E09, E11, E22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31/35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| From prompt to reviewed evidence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one small issue with constraints and acceptance criteria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reviewed change, tests, security checks, and relevant customization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 on what required human judgment and what evidence supports completion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lab module: /lab/en#lab-cap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LAB-CAP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32/35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Dated appendix | Plans and commercial context (2026-10-14)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Business: $19 USD per granted seat per month; 1,900 AI credits per user per month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Enterprise: $39 USD per granted seat per month; 3,900 credits; pooled allowances do not roll over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usage: $0.01 USD per token-priced AI credit; paid completions remain unlimited; verify the purchasing channel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https://docs.github.com/en/copilot/get-started/plans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E03, E04, E40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APPX-001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33/35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Dated appendix | Feature and model volatility (2026-10-14)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 support, model availability, previews, and cloud-agent limits can change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live feature, model, retirement, and provider-footnote references on delivery day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exact retention duration is asserted; verify the service, purchasing channel, provider, and contract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https://docs.github.com/en/copilot/reference/copilot-feature-matrix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E06, E10, E12, E26, E30, E32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APPX-002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34/35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freshness ownership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owner: plans, capabilities, and preview status before every release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and privacy owners: exclusions, agents, terms, Trust Center, and retention before delivery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owner: metrics coverage, lag, attribution, and client requirements before reporting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https://docs.github.com/en/copilot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E20, E21, E22, E26, E31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APPX-003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(Canada) | 2026-10-14 | 35/35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devopsabcs-engineering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Business fundamentals</dc:title>
  <dc:subject>Governance-aware GitHub Copilot Business course, 2026-10-14</dc:subject>
  <dc:creator>GitHub Copilot Business Fundamentals contributors</dc:creator>
  <cp:lastModifiedBy>GitHub Copilot Business Fundamentals contributors</cp:lastModifiedBy>
  <cp:revision>1</cp:revision>
  <dcterms:created xsi:type="dcterms:W3CDTF">2026-10-15T08:54:46Z</dcterms:created>
  <dcterms:modified xsi:type="dcterms:W3CDTF">2026-10-15T08:54:46Z</dcterms:modified>
</cp:coreProperties>
</file>